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4" y="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A7942A-7BBA-FB28-5868-E36CF4F21489}"/>
              </a:ext>
            </a:extLst>
          </p:cNvPr>
          <p:cNvSpPr txBox="1"/>
          <p:nvPr/>
        </p:nvSpPr>
        <p:spPr>
          <a:xfrm>
            <a:off x="8509000" y="4876800"/>
            <a:ext cx="4191000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THỰC HIỆN: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Châu Thị Ngọc Hồng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Ngô Thị Lê Na</a:t>
            </a:r>
          </a:p>
        </p:txBody>
      </p:sp>
    </p:spTree>
    <p:extLst>
      <p:ext uri="{BB962C8B-B14F-4D97-AF65-F5344CB8AC3E}">
        <p14:creationId xmlns:p14="http://schemas.microsoft.com/office/powerpoint/2010/main" val="2964739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EA846B-903A-8401-32C9-15D649F9986B}"/>
              </a:ext>
            </a:extLst>
          </p:cNvPr>
          <p:cNvSpPr/>
          <p:nvPr/>
        </p:nvSpPr>
        <p:spPr>
          <a:xfrm>
            <a:off x="6413500" y="76200"/>
            <a:ext cx="34290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E299E4-9130-1663-2403-850694A91E95}"/>
              </a:ext>
            </a:extLst>
          </p:cNvPr>
          <p:cNvSpPr/>
          <p:nvPr/>
        </p:nvSpPr>
        <p:spPr>
          <a:xfrm>
            <a:off x="13462000" y="457200"/>
            <a:ext cx="2387600" cy="5715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15755C-6FDF-1A29-D590-CABF66175A6A}"/>
              </a:ext>
            </a:extLst>
          </p:cNvPr>
          <p:cNvSpPr/>
          <p:nvPr/>
        </p:nvSpPr>
        <p:spPr>
          <a:xfrm>
            <a:off x="13995400" y="38100"/>
            <a:ext cx="2235200" cy="5715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689273-363D-4045-6265-FE007C997499}"/>
              </a:ext>
            </a:extLst>
          </p:cNvPr>
          <p:cNvSpPr/>
          <p:nvPr/>
        </p:nvSpPr>
        <p:spPr>
          <a:xfrm>
            <a:off x="14071600" y="304800"/>
            <a:ext cx="1752600" cy="5715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05C3B2-A795-9F9A-1899-1803B8BA44F5}"/>
              </a:ext>
            </a:extLst>
          </p:cNvPr>
          <p:cNvSpPr/>
          <p:nvPr/>
        </p:nvSpPr>
        <p:spPr>
          <a:xfrm>
            <a:off x="965200" y="228600"/>
            <a:ext cx="148590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 HỌC KHÔNG MA TUÝ . TÔI CAM KẾT!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</Words>
  <Application>Microsoft Office PowerPoint</Application>
  <PresentationFormat>Custom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5</cp:revision>
  <dcterms:created xsi:type="dcterms:W3CDTF">2006-08-16T00:00:00Z</dcterms:created>
  <dcterms:modified xsi:type="dcterms:W3CDTF">2026-09-20T13:59:28Z</dcterms:modified>
</cp:coreProperties>
</file>